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286000"/>
            <a:ext cx="6400800" cy="64008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A855F7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MESSENGER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PurpleRain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Веб-мессенджер реального времени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566928" cy="56692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031" y="4862231"/>
            <a:ext cx="260787" cy="2607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47365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 проекта: F1farka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ПРОЕКТЕ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проекта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Разработать полнофункциональный веб-мессенджер с авторизацией, глобальным и приватными чатами, обменом сообщениями в реальном времени.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97180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291840"/>
            <a:ext cx="685800" cy="6858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286" y="3477006"/>
            <a:ext cx="315468" cy="3154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4206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Безопасный доступ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47548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вход с хешированием паролей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89120" y="297180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3291840"/>
            <a:ext cx="685800" cy="6858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4326" y="3477006"/>
            <a:ext cx="315468" cy="3154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9160" y="4206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Общение в реальном времени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09160" y="47548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Мгновенная доставка сообщений через WebSocket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8160" y="2971800"/>
            <a:ext cx="3429000" cy="2834640"/>
          </a:xfrm>
          <a:prstGeom prst="roundRect">
            <a:avLst>
              <a:gd name="adj" fmla="val 3871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58200" y="3291840"/>
            <a:ext cx="685800" cy="6858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3366" y="3477006"/>
            <a:ext cx="315468" cy="3154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420624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Гибкий профиль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58200" y="47548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Аватар, статус «о себе», смена ника и пароля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Технологический стек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2016" y="17830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1572" y="2057400"/>
            <a:ext cx="566928" cy="56692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4642" y="2210471"/>
            <a:ext cx="260787" cy="2607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3456" y="28346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73456" y="32278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Серверная логика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9224" y="17830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08780" y="2057400"/>
            <a:ext cx="566928" cy="56692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850" y="2210471"/>
            <a:ext cx="260787" cy="26078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80664" y="28346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480664" y="32278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Web-фреймворк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96432" y="17830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15988" y="2057400"/>
            <a:ext cx="566928" cy="56692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058" y="2210471"/>
            <a:ext cx="260787" cy="2607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87872" y="28346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287872" y="32278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Реальное время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03640" y="17830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23196" y="2057400"/>
            <a:ext cx="566928" cy="56692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6266" y="2210471"/>
            <a:ext cx="260787" cy="26078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95080" y="28346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095080" y="32278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82016" y="42062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601572" y="4480560"/>
            <a:ext cx="566928" cy="56692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4642" y="4633631"/>
            <a:ext cx="260787" cy="26078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73456" y="5257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673456" y="56509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3389224" y="42062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408780" y="4480560"/>
            <a:ext cx="566928" cy="56692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1850" y="4633631"/>
            <a:ext cx="260787" cy="26078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80664" y="5257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3480664" y="56509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Клиентская логика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196432" y="42062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215988" y="4480560"/>
            <a:ext cx="566928" cy="56692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9058" y="4633631"/>
            <a:ext cx="260787" cy="26078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287872" y="5257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6287872" y="56509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Контейнеризация</a:t>
            </a:r>
            <a:endParaRPr lang="en-US" sz="1100" dirty="0"/>
          </a:p>
        </p:txBody>
      </p:sp>
      <p:sp>
        <p:nvSpPr>
          <p:cNvPr id="39" name="Shape 30"/>
          <p:cNvSpPr/>
          <p:nvPr/>
        </p:nvSpPr>
        <p:spPr>
          <a:xfrm>
            <a:off x="9003640" y="420624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10023196" y="4480560"/>
            <a:ext cx="566928" cy="56692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6266" y="4633631"/>
            <a:ext cx="260787" cy="260787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095080" y="5257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</a:t>
            </a:r>
            <a:endParaRPr lang="en-US" sz="1450" dirty="0"/>
          </a:p>
        </p:txBody>
      </p:sp>
      <p:sp>
        <p:nvSpPr>
          <p:cNvPr id="43" name="Text 33"/>
          <p:cNvSpPr/>
          <p:nvPr/>
        </p:nvSpPr>
        <p:spPr>
          <a:xfrm>
            <a:off x="9095080" y="56509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приложения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Трёхслойная архитектура разделяет ответственность между маршрутизацией, бизнес-логикой и данными.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237744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171726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0" y="2743200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190" y="2940710"/>
            <a:ext cx="336499" cy="3364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05840" y="4041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routes.py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097280" y="45262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HTTP-запросов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маршрутов Flask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073652" y="3776472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4073652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663440" y="237744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171726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06440" y="2743200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950" y="2940710"/>
            <a:ext cx="336499" cy="33649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0060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4800600" y="4041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business_logic.py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892040" y="45262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Бизнес-логика: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регистрация, сообщения, профиль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868412" y="3776472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6"/>
          <p:cNvSpPr/>
          <p:nvPr/>
        </p:nvSpPr>
        <p:spPr>
          <a:xfrm>
            <a:off x="7868412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8458200" y="237744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171726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9601200" y="2743200"/>
            <a:ext cx="731520" cy="7315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8710" y="2940710"/>
            <a:ext cx="336499" cy="33649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59536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900" dirty="0"/>
          </a:p>
        </p:txBody>
      </p:sp>
      <p:sp>
        <p:nvSpPr>
          <p:cNvPr id="25" name="Text 20"/>
          <p:cNvSpPr/>
          <p:nvPr/>
        </p:nvSpPr>
        <p:spPr>
          <a:xfrm>
            <a:off x="8595360" y="4041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8686800" y="45262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 SQLAlchemy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доступ к PostgreSQL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 и аккаунт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151" y="1936151"/>
            <a:ext cx="260787" cy="2607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7556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вход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2130552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аккаунта и аутентификация по никнейму и паролю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62072"/>
            <a:ext cx="566928" cy="56692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51" y="3015143"/>
            <a:ext cx="260787" cy="2607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834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Хеширование паролей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63040" y="3209544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 хранятся в виде хешей через Werkzeug Security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41064"/>
            <a:ext cx="566928" cy="56692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151" y="4094135"/>
            <a:ext cx="260787" cy="2607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9136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Сессии Flask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63040" y="4288536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Состояние входа пользователя сохраняется на сервере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020056"/>
            <a:ext cx="566928" cy="566928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151" y="5173127"/>
            <a:ext cx="260787" cy="26078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499262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пароля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463040" y="5367528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Изменение пароля с проверкой текущего значения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315200" y="1783080"/>
            <a:ext cx="4206240" cy="4251960"/>
          </a:xfrm>
          <a:prstGeom prst="roundRect">
            <a:avLst>
              <a:gd name="adj" fmla="val 2609"/>
            </a:avLst>
          </a:prstGeom>
          <a:solidFill>
            <a:srgbClr val="171726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823960" y="2331720"/>
            <a:ext cx="1188720" cy="118872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914" y="2652674"/>
            <a:ext cx="546811" cy="54681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98080" y="3794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Security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7498080" y="4251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generate_password_hash()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check_password_hash()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7589520" y="5074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 никогда не хранятся в открытом виде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Чаты и обмен сообщениями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57400"/>
            <a:ext cx="621792" cy="621792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284" y="2225284"/>
            <a:ext cx="286024" cy="286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0391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Глобальный чат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737360" y="2441448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комната для всех зарегистрированных пользователей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057400"/>
            <a:ext cx="621792" cy="621792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844" y="2225284"/>
            <a:ext cx="286024" cy="286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0391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Приватные диалоги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7360920" y="2441448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Личная переписка между двумя пользователями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343400"/>
            <a:ext cx="621792" cy="621792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284" y="4511284"/>
            <a:ext cx="286024" cy="2860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3251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сообщений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737360" y="4727448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сообщения сохраняются в PostgreSQL и подгружаются при входе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63640" y="4069080"/>
            <a:ext cx="5257800" cy="1965960"/>
          </a:xfrm>
          <a:prstGeom prst="roundRect">
            <a:avLst>
              <a:gd name="adj" fmla="val 5581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4343400"/>
            <a:ext cx="621792" cy="621792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5844" y="4511284"/>
            <a:ext cx="286024" cy="2860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32511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Реальное время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7360920" y="4727448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Мгновенная доставка через WebSocket (Flask-SocketIO)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пользователя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8300" y="1783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4332" y="2039112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464" y="2187245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4332" y="26974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Аватар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4332" y="308152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изображения профиля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5628" y="1783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1660" y="2039112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792" y="2187245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1660" y="26974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себе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1660" y="308152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Короткое описание профиля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2956" y="1783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8988" y="2039112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120" y="2187245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8988" y="26974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8988" y="308152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пользователей по нику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68300" y="40233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4332" y="4279392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464" y="4427525"/>
            <a:ext cx="252374" cy="2523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4332" y="493776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Онлайн-статус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24332" y="532180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сейчас в сети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35628" y="40233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1660" y="4279392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9792" y="4427525"/>
            <a:ext cx="252374" cy="2523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1660" y="493776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«Печатает...»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91660" y="532180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Индикатор набора текста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2956" y="40233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8988" y="4279392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120" y="4427525"/>
            <a:ext cx="252374" cy="25237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8988" y="493776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пароля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8988" y="5321808"/>
            <a:ext cx="3008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пароля в настройках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ДАННЫХ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базы данных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4480560" cy="4023360"/>
          </a:xfrm>
          <a:prstGeom prst="roundRect">
            <a:avLst>
              <a:gd name="adj" fmla="val 2727"/>
            </a:avLst>
          </a:prstGeom>
          <a:solidFill>
            <a:srgbClr val="171726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4480560" cy="594360"/>
          </a:xfrm>
          <a:prstGeom prst="roundRect">
            <a:avLst>
              <a:gd name="adj" fmla="val 18462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828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63240" y="26060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Integer, PK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" y="32278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63240" y="3227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String, unique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51560" y="38496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password_hash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63240" y="38496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44714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avatar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63240" y="44714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51560" y="50932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63240" y="50932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String(300)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903720" y="1828800"/>
            <a:ext cx="4480560" cy="4023360"/>
          </a:xfrm>
          <a:prstGeom prst="roundRect">
            <a:avLst>
              <a:gd name="adj" fmla="val 2727"/>
            </a:avLst>
          </a:prstGeom>
          <a:solidFill>
            <a:srgbClr val="171726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828800"/>
            <a:ext cx="4480560" cy="594360"/>
          </a:xfrm>
          <a:prstGeom prst="roundRect">
            <a:avLst>
              <a:gd name="adj" fmla="val 18462"/>
            </a:avLst>
          </a:prstGeom>
          <a:solidFill>
            <a:srgbClr val="A855F7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1828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17804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189720" y="26060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Integer, PK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78040" y="31363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sender_id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189720" y="313639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Users.id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3666744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recipient_id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89720" y="366674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→ Users.id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4197096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chat_type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189720" y="419709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/ private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178040" y="47274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89720" y="47274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78040" y="5257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9189720" y="5257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24728" y="3584448"/>
            <a:ext cx="512064" cy="512064"/>
          </a:xfrm>
          <a:prstGeom prst="ellipse">
            <a:avLst/>
          </a:prstGeom>
          <a:solidFill>
            <a:srgbClr val="0A0A14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24728" y="35387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ДАННЫХ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10607040" cy="932688"/>
          </a:xfrm>
          <a:prstGeom prst="roundRect">
            <a:avLst>
              <a:gd name="adj" fmla="val 11765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93392"/>
            <a:ext cx="594360" cy="59436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317" y="2153869"/>
            <a:ext cx="273406" cy="2734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3852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Хеширование паролей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623560" y="1938528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Security, пароли не хранятся в открытом виде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77240" y="2971800"/>
            <a:ext cx="10607040" cy="932688"/>
          </a:xfrm>
          <a:prstGeom prst="roundRect">
            <a:avLst>
              <a:gd name="adj" fmla="val 11765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05840" y="3136392"/>
            <a:ext cx="594360" cy="59436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317" y="3296869"/>
            <a:ext cx="273406" cy="2734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08152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XSS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623560" y="3081528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Экранирование пользовательского текста перед выводом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77240" y="4114800"/>
            <a:ext cx="10607040" cy="932688"/>
          </a:xfrm>
          <a:prstGeom prst="roundRect">
            <a:avLst>
              <a:gd name="adj" fmla="val 11765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05840" y="4279392"/>
            <a:ext cx="594360" cy="59436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317" y="4439869"/>
            <a:ext cx="273406" cy="2734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22452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 на сервере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623560" y="4224528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длины и формата данных перед сохранением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77240" y="5257800"/>
            <a:ext cx="10607040" cy="932688"/>
          </a:xfrm>
          <a:prstGeom prst="roundRect">
            <a:avLst>
              <a:gd name="adj" fmla="val 11765"/>
            </a:avLst>
          </a:prstGeom>
          <a:solidFill>
            <a:srgbClr val="13131F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5840" y="5422392"/>
            <a:ext cx="594360" cy="59436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317" y="5582869"/>
            <a:ext cx="273406" cy="2734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28800" y="536752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Изоляция приватных чатов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623560" y="5367528"/>
            <a:ext cx="5486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WebSocket-комнаты только для участников диалога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7C3AED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76656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 и развитие проекта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Реализовано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авторизация пользователей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Глобальный и приватные чаты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Сообщения в реальном времени (WebSocket)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Профиль: аватар, био, поиск пользователей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Онлайн-статусы и индикатор «печатает»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300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Docker-контейнеризация приложения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55080" y="1783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Дальнейшее развитие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55080" y="2286000"/>
            <a:ext cx="5212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➜"/>
            </a:pPr>
            <a:r>
              <a:rPr lang="en-US" sz="1300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Групповые чаты с несколькими участниками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➜"/>
            </a:pPr>
            <a:r>
              <a:rPr lang="en-US" sz="1300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Отправка файлов и изображений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➜"/>
            </a:pPr>
            <a:r>
              <a:rPr lang="en-US" sz="1300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Сквозное шифрование сообщений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➜"/>
            </a:pPr>
            <a:r>
              <a:rPr lang="en-US" sz="1300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Push-уведомления вне браузера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➜"/>
            </a:pPr>
            <a:r>
              <a:rPr lang="en-US" sz="1300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Прочитано / непрочитано (галочки)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➜"/>
            </a:pPr>
            <a:r>
              <a:rPr lang="en-US" sz="1300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Редактирование отправленных сообщений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5532120"/>
            <a:ext cx="10908792" cy="868680"/>
          </a:xfrm>
          <a:prstGeom prst="roundRect">
            <a:avLst>
              <a:gd name="adj" fmla="val 12632"/>
            </a:avLst>
          </a:prstGeom>
          <a:solidFill>
            <a:srgbClr val="171726"/>
          </a:solidFill>
          <a:ln w="9525">
            <a:solidFill>
              <a:srgbClr val="26263A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5687568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5835701"/>
            <a:ext cx="252374" cy="2523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0200" y="55321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4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858000" y="55321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github.com/F1farka/PurpleRain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PurpleRain — мессенджер реального времени</dc:title>
  <dc:subject>PptxGenJS Presentation</dc:subject>
  <dc:creator>F1farka</dc:creator>
  <cp:lastModifiedBy>F1farka</cp:lastModifiedBy>
  <cp:revision>1</cp:revision>
  <dcterms:created xsi:type="dcterms:W3CDTF">2026-06-19T19:54:32Z</dcterms:created>
  <dcterms:modified xsi:type="dcterms:W3CDTF">2026-06-19T19:54:32Z</dcterms:modified>
</cp:coreProperties>
</file>